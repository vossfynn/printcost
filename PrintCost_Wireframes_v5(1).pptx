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5284"/>
            <a:ext cx="18288000" cy="51517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5284"/>
            <a:ext cx="18288000" cy="5151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2026-06-23T21:25:49Z</dcterms:created>
  <dcterms:modified xsi:type="dcterms:W3CDTF">2026-06-23T21:25:49Z</dcterms:modified>
</cp:coreProperties>
</file>